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9"/>
  </p:sldIdLst>
  <p:sldSz cx="18288000" cy="10287000"/>
  <p:notesSz cx="6858000" cy="9144000"/>
  <p:embeddedFontLst>
    <p:embeddedFont>
      <p:font typeface="Glacial Indifference Bold" panose="020B0604020202020204" charset="0"/>
      <p:regular r:id="rId3"/>
    </p:embeddedFont>
    <p:embeddedFont>
      <p:font typeface="HK Grotesk Italics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PPT &amp; DOC Generator: Unleash Academic Productivity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Unlock Your Academic Potential: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 up for a free trial to experience the AI-powered document generation firsthand.</a:t>
            </a:r>
          </a:p>
          <a:p>
            <a:r>
              <a:t>Explore our online tutorials and documentation for in-depth guidance on maximizing the platform's features.</a:t>
            </a:r>
          </a:p>
          <a:p>
            <a:r>
              <a:t>Join our community forum to connect with other students and share tips and feedback.</a:t>
            </a:r>
          </a:p>
          <a:p>
            <a:r>
              <a:t>Consider upgrading to a premium subscription for unlimited usage and advanced features.</a:t>
            </a:r>
          </a:p>
          <a:p>
            <a:r>
              <a:t>Share your success stories with us – we love to hear how our tool is helping you achieve your academic goals.</a:t>
            </a:r>
          </a:p>
          <a:p>
            <a:r>
              <a:t>Contact our support team with any questions or concerns; we're dedicated to your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HK Grotesk Italics</vt:lpstr>
      <vt:lpstr>Glacial Indifference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Modern Artificial Intelligence Presentation</dc:title>
  <dc:creator>Sahana</dc:creator>
  <cp:lastModifiedBy>Sahana R</cp:lastModifiedBy>
  <cp:revision>2</cp:revision>
  <dcterms:created xsi:type="dcterms:W3CDTF">2006-08-16T00:00:00Z</dcterms:created>
  <dcterms:modified xsi:type="dcterms:W3CDTF">2025-11-24T22:42:25Z</dcterms:modified>
  <dc:identifier>DAG5prS5bgg</dc:identifier>
</cp:coreProperties>
</file>