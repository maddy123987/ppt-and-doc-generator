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25" r:id="rId1"/>
  </p:sldMasterIdLst>
  <p:sldIdLst>
    <p:sldId id="256" r:id="rId2"/>
    <p:sldId id="257" r:id="rId7"/>
    <p:sldId id="258" r:id="rId8"/>
    <p:sldId id="259" r:id="rId9"/>
    <p:sldId id="260"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51E31BFD-CF74-43E1-8FA0-BB2B60A2A129}" type="datetimeFigureOut">
              <a:rPr lang="en-IN" smtClean="0"/>
              <a:t>25-11-2025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A6E8623-ADA9-4F0D-AFF9-E280A4D7636A}" type="slidenum">
              <a:rPr lang="en-IN" smtClean="0"/>
              <a:t>‹#›</a:t>
            </a:fld>
            <a:endParaRPr lang="en-IN"/>
          </a:p>
        </p:txBody>
      </p:sp>
    </p:spTree>
    <p:extLst>
      <p:ext uri="{BB962C8B-B14F-4D97-AF65-F5344CB8AC3E}">
        <p14:creationId xmlns:p14="http://schemas.microsoft.com/office/powerpoint/2010/main" val="157061879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1E31BFD-CF74-43E1-8FA0-BB2B60A2A129}" type="datetimeFigureOut">
              <a:rPr lang="en-IN" smtClean="0"/>
              <a:t>25-11-2025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A6E8623-ADA9-4F0D-AFF9-E280A4D7636A}" type="slidenum">
              <a:rPr lang="en-IN" smtClean="0"/>
              <a:t>‹#›</a:t>
            </a:fld>
            <a:endParaRPr lang="en-IN"/>
          </a:p>
        </p:txBody>
      </p:sp>
    </p:spTree>
    <p:extLst>
      <p:ext uri="{BB962C8B-B14F-4D97-AF65-F5344CB8AC3E}">
        <p14:creationId xmlns:p14="http://schemas.microsoft.com/office/powerpoint/2010/main" val="2337139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51E31BFD-CF74-43E1-8FA0-BB2B60A2A129}" type="datetimeFigureOut">
              <a:rPr lang="en-IN" smtClean="0"/>
              <a:t>25-11-2025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A6E8623-ADA9-4F0D-AFF9-E280A4D7636A}" type="slidenum">
              <a:rPr lang="en-IN" smtClean="0"/>
              <a:t>‹#›</a:t>
            </a:fld>
            <a:endParaRPr lang="en-IN"/>
          </a:p>
        </p:txBody>
      </p:sp>
    </p:spTree>
    <p:extLst>
      <p:ext uri="{BB962C8B-B14F-4D97-AF65-F5344CB8AC3E}">
        <p14:creationId xmlns:p14="http://schemas.microsoft.com/office/powerpoint/2010/main" val="130437999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1E31BFD-CF74-43E1-8FA0-BB2B60A2A129}" type="datetimeFigureOut">
              <a:rPr lang="en-IN" smtClean="0"/>
              <a:t>25-11-2025</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8A6E8623-ADA9-4F0D-AFF9-E280A4D7636A}" type="slidenum">
              <a:rPr lang="en-IN" smtClean="0"/>
              <a:t>‹#›</a:t>
            </a:fld>
            <a:endParaRPr lang="en-IN"/>
          </a:p>
        </p:txBody>
      </p:sp>
    </p:spTree>
    <p:extLst>
      <p:ext uri="{BB962C8B-B14F-4D97-AF65-F5344CB8AC3E}">
        <p14:creationId xmlns:p14="http://schemas.microsoft.com/office/powerpoint/2010/main" val="1743450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51E31BFD-CF74-43E1-8FA0-BB2B60A2A129}" type="datetimeFigureOut">
              <a:rPr lang="en-IN" smtClean="0"/>
              <a:t>25-11-2025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A6E8623-ADA9-4F0D-AFF9-E280A4D7636A}" type="slidenum">
              <a:rPr lang="en-IN" smtClean="0"/>
              <a:t>‹#›</a:t>
            </a:fld>
            <a:endParaRPr lang="en-IN"/>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028528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1E31BFD-CF74-43E1-8FA0-BB2B60A2A129}" type="datetimeFigureOut">
              <a:rPr lang="en-IN" smtClean="0"/>
              <a:t>25-11-2025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A6E8623-ADA9-4F0D-AFF9-E280A4D7636A}" type="slidenum">
              <a:rPr lang="en-IN" smtClean="0"/>
              <a:t>‹#›</a:t>
            </a:fld>
            <a:endParaRPr lang="en-IN"/>
          </a:p>
        </p:txBody>
      </p:sp>
    </p:spTree>
    <p:extLst>
      <p:ext uri="{BB962C8B-B14F-4D97-AF65-F5344CB8AC3E}">
        <p14:creationId xmlns:p14="http://schemas.microsoft.com/office/powerpoint/2010/main" val="3131339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E31BFD-CF74-43E1-8FA0-BB2B60A2A129}" type="datetimeFigureOut">
              <a:rPr lang="en-IN" smtClean="0"/>
              <a:t>25-11-2025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A6E8623-ADA9-4F0D-AFF9-E280A4D7636A}" type="slidenum">
              <a:rPr lang="en-IN" smtClean="0"/>
              <a:t>‹#›</a:t>
            </a:fld>
            <a:endParaRPr lang="en-IN"/>
          </a:p>
        </p:txBody>
      </p:sp>
    </p:spTree>
    <p:extLst>
      <p:ext uri="{BB962C8B-B14F-4D97-AF65-F5344CB8AC3E}">
        <p14:creationId xmlns:p14="http://schemas.microsoft.com/office/powerpoint/2010/main" val="1106113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51E31BFD-CF74-43E1-8FA0-BB2B60A2A129}" type="datetimeFigureOut">
              <a:rPr lang="en-IN" smtClean="0"/>
              <a:t>25-11-2025</a:t>
            </a:fld>
            <a:endParaRPr lang="en-IN"/>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1" name="Slide Number Placeholder 10"/>
          <p:cNvSpPr>
            <a:spLocks noGrp="1"/>
          </p:cNvSpPr>
          <p:nvPr>
            <p:ph type="sldNum" sz="quarter" idx="12"/>
          </p:nvPr>
        </p:nvSpPr>
        <p:spPr/>
        <p:txBody>
          <a:bodyPr/>
          <a:lstStyle/>
          <a:p>
            <a:fld id="{8A6E8623-ADA9-4F0D-AFF9-E280A4D7636A}" type="slidenum">
              <a:rPr lang="en-IN" smtClean="0"/>
              <a:t>‹#›</a:t>
            </a:fld>
            <a:endParaRPr lang="en-IN"/>
          </a:p>
        </p:txBody>
      </p:sp>
    </p:spTree>
    <p:extLst>
      <p:ext uri="{BB962C8B-B14F-4D97-AF65-F5344CB8AC3E}">
        <p14:creationId xmlns:p14="http://schemas.microsoft.com/office/powerpoint/2010/main" val="3200630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51E31BFD-CF74-43E1-8FA0-BB2B60A2A129}" type="datetimeFigureOut">
              <a:rPr lang="en-IN" smtClean="0"/>
              <a:t>25-11-2025</a:t>
            </a:fld>
            <a:endParaRPr lang="en-IN"/>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0" name="Slide Number Placeholder 9"/>
          <p:cNvSpPr>
            <a:spLocks noGrp="1"/>
          </p:cNvSpPr>
          <p:nvPr>
            <p:ph type="sldNum" sz="quarter" idx="12"/>
          </p:nvPr>
        </p:nvSpPr>
        <p:spPr/>
        <p:txBody>
          <a:bodyPr/>
          <a:lstStyle/>
          <a:p>
            <a:fld id="{8A6E8623-ADA9-4F0D-AFF9-E280A4D7636A}" type="slidenum">
              <a:rPr lang="en-IN" smtClean="0"/>
              <a:t>‹#›</a:t>
            </a:fld>
            <a:endParaRPr lang="en-IN"/>
          </a:p>
        </p:txBody>
      </p:sp>
    </p:spTree>
    <p:extLst>
      <p:ext uri="{BB962C8B-B14F-4D97-AF65-F5344CB8AC3E}">
        <p14:creationId xmlns:p14="http://schemas.microsoft.com/office/powerpoint/2010/main" val="1479637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E31BFD-CF74-43E1-8FA0-BB2B60A2A129}"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6E8623-ADA9-4F0D-AFF9-E280A4D7636A}" type="slidenum">
              <a:rPr lang="en-IN" smtClean="0"/>
              <a:t>‹#›</a:t>
            </a:fld>
            <a:endParaRPr lang="en-IN"/>
          </a:p>
        </p:txBody>
      </p:sp>
    </p:spTree>
    <p:extLst>
      <p:ext uri="{BB962C8B-B14F-4D97-AF65-F5344CB8AC3E}">
        <p14:creationId xmlns:p14="http://schemas.microsoft.com/office/powerpoint/2010/main" val="296722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E31BFD-CF74-43E1-8FA0-BB2B60A2A129}"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6E8623-ADA9-4F0D-AFF9-E280A4D7636A}" type="slidenum">
              <a:rPr lang="en-IN" smtClean="0"/>
              <a:t>‹#›</a:t>
            </a:fld>
            <a:endParaRPr lang="en-IN"/>
          </a:p>
        </p:txBody>
      </p:sp>
    </p:spTree>
    <p:extLst>
      <p:ext uri="{BB962C8B-B14F-4D97-AF65-F5344CB8AC3E}">
        <p14:creationId xmlns:p14="http://schemas.microsoft.com/office/powerpoint/2010/main" val="235204361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51E31BFD-CF74-43E1-8FA0-BB2B60A2A129}" type="datetimeFigureOut">
              <a:rPr lang="en-IN" smtClean="0"/>
              <a:t>25-11-2025</a:t>
            </a:fld>
            <a:endParaRPr lang="en-IN"/>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IN"/>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6E8623-ADA9-4F0D-AFF9-E280A4D7636A}" type="slidenum">
              <a:rPr lang="en-IN" smtClean="0"/>
              <a:t>‹#›</a:t>
            </a:fld>
            <a:endParaRPr lang="en-IN"/>
          </a:p>
        </p:txBody>
      </p:sp>
    </p:spTree>
    <p:extLst>
      <p:ext uri="{BB962C8B-B14F-4D97-AF65-F5344CB8AC3E}">
        <p14:creationId xmlns:p14="http://schemas.microsoft.com/office/powerpoint/2010/main" val="3230438801"/>
      </p:ext>
    </p:extLst>
  </p:cSld>
  <p:clrMap bg1="lt1" tx1="dk1" bg2="lt2" tx2="dk2" accent1="accent1" accent2="accent2" accent3="accent3" accent4="accent4" accent5="accent5" accent6="accent6" hlink="hlink" folHlink="folHlink"/>
  <p:sldLayoutIdLst>
    <p:sldLayoutId id="2147484126" r:id="rId1"/>
    <p:sldLayoutId id="2147484127" r:id="rId2"/>
    <p:sldLayoutId id="2147484128" r:id="rId3"/>
    <p:sldLayoutId id="2147484129" r:id="rId4"/>
    <p:sldLayoutId id="2147484130" r:id="rId5"/>
    <p:sldLayoutId id="2147484131" r:id="rId6"/>
    <p:sldLayoutId id="2147484132" r:id="rId7"/>
    <p:sldLayoutId id="2147484133" r:id="rId8"/>
    <p:sldLayoutId id="2147484134" r:id="rId9"/>
    <p:sldLayoutId id="2147484135" r:id="rId10"/>
    <p:sldLayoutId id="2147484136"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AI-Powered PPT &amp; DOC Generator: Ace Your University Assignments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Problem &amp; Our Solution</a:t>
            </a:r>
          </a:p>
        </p:txBody>
      </p:sp>
      <p:sp>
        <p:nvSpPr>
          <p:cNvPr id="3" name="Content Placeholder 2"/>
          <p:cNvSpPr>
            <a:spLocks noGrp="1"/>
          </p:cNvSpPr>
          <p:nvPr>
            <p:ph idx="1" sz="half"/>
          </p:nvPr>
        </p:nvSpPr>
        <p:spPr/>
        <p:txBody>
          <a:bodyPr/>
          <a:lstStyle/>
          <a:p>
            <a:r>
              <a:t>**The Problem: Student Struggles**</a:t>
            </a:r>
            <a:br/>
            <a:br/>
            <a:r>
              <a:t>University students face immense pressure creating presentations and documents. Research, outlining, writing, formatting, and adhering to specific styles (APA, MLA) consume valuable time. Procrastination and last-minute efforts often lead to subpar results and increased stress levels impacting their mental health and overall academic performance.</a:t>
            </a:r>
          </a:p>
        </p:txBody>
      </p:sp>
      <p:sp>
        <p:nvSpPr>
          <p:cNvPr id="4" name="Content Placeholder 3"/>
          <p:cNvSpPr>
            <a:spLocks noGrp="1"/>
          </p:cNvSpPr>
          <p:nvPr>
            <p:ph idx="2" sz="half"/>
          </p:nvPr>
        </p:nvSpPr>
        <p:spPr/>
        <p:txBody>
          <a:bodyPr/>
          <a:lstStyle/>
          <a:p>
            <a:r>
              <a:t>**Our Solution: AI-Powered Generator**</a:t>
            </a:r>
            <a:br/>
            <a:br/>
            <a:r>
              <a:t>Our AI platform simplifies the creation of professional PPTs and DOCs. By leveraging advanced natural language processing and machine learning, the generator automatically handles research summarization, content generation, formatting and style adherence. Students can focus on refining and presenting their ideas rather than wrestling with technical aspects.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Features &amp; Tech Stack</a:t>
            </a:r>
          </a:p>
        </p:txBody>
      </p:sp>
      <p:sp>
        <p:nvSpPr>
          <p:cNvPr id="3" name="Content Placeholder 2"/>
          <p:cNvSpPr>
            <a:spLocks noGrp="1"/>
          </p:cNvSpPr>
          <p:nvPr>
            <p:ph idx="1"/>
          </p:nvPr>
        </p:nvSpPr>
        <p:spPr/>
        <p:txBody>
          <a:bodyPr/>
          <a:lstStyle/>
          <a:p>
            <a:r>
              <a:t>Automated Content Generation: Generate relevant content from a topic prompt or existing text, saving hours of research and writing.</a:t>
            </a:r>
          </a:p>
          <a:p>
            <a:r>
              <a:t>Smart Formatting &amp; Styling: Automatically format text, headings, lists, and citations to match common academic styles like APA or MLA.</a:t>
            </a:r>
          </a:p>
          <a:p>
            <a:r>
              <a:t>Customizable Templates: Select from a variety of professionally designed templates to match the presentation or document's purpose.</a:t>
            </a:r>
          </a:p>
          <a:p>
            <a:r>
              <a:t>AI-Powered Summarization: Quickly summarize large research papers or articles into concise bullet points or paragraphs.</a:t>
            </a:r>
          </a:p>
          <a:p>
            <a:r>
              <a:t>Tech Stack: Python (Flask), OpenAI API, Google Cloud Platform (GCP) for scalability and reliability.</a:t>
            </a:r>
          </a:p>
          <a:p>
            <a:r>
              <a:t>User-Friendly Interface: Intuitive design ensures a seamless experience, even for users with limited technical skills.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Flow: From Idea to Polished Document</a:t>
            </a:r>
          </a:p>
        </p:txBody>
      </p:sp>
      <p:sp>
        <p:nvSpPr>
          <p:cNvPr id="3" name="Content Placeholder 2"/>
          <p:cNvSpPr>
            <a:spLocks noGrp="1"/>
          </p:cNvSpPr>
          <p:nvPr>
            <p:ph idx="1" sz="half"/>
          </p:nvPr>
        </p:nvSpPr>
        <p:spPr/>
        <p:txBody>
          <a:bodyPr/>
          <a:lstStyle/>
          <a:p/>
        </p:txBody>
      </p:sp>
      <p:sp>
        <p:nvSpPr>
          <p:cNvPr id="4" name="Content Placeholder 3"/>
          <p:cNvSpPr>
            <a:spLocks noGrp="1"/>
          </p:cNvSpPr>
          <p:nvPr>
            <p:ph idx="2" sz="half"/>
          </p:nvPr>
        </p:nvSpPr>
        <p:spPr/>
        <p:txBody>
          <a:bodyPr/>
          <a:lstStyle/>
          <a:p>
            <a:r>
              <a:t>The user inputs a prompt. The AI generates content, formats it automatically, and delivers a ready-to-use PPT or DOC.</a:t>
            </a:r>
          </a:p>
          <a:p>
            <a:r>
              <a:t>A streamlined process.</a:t>
            </a:r>
          </a:p>
        </p:txBody>
      </p:sp>
      <p:pic>
        <p:nvPicPr>
          <p:cNvPr id="5" name="Picture 4" descr="tmp_img_19_3.jpg"/>
          <p:cNvPicPr>
            <a:picLocks noChangeAspect="1"/>
          </p:cNvPicPr>
          <p:nvPr/>
        </p:nvPicPr>
        <p:blipFill>
          <a:blip r:embed="rId2"/>
          <a:stretch>
            <a:fillRect/>
          </a:stretch>
        </p:blipFill>
        <p:spPr>
          <a:xfrm>
            <a:off x="1581912" y="2638044"/>
            <a:ext cx="4271771" cy="310198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 &amp; Get Started</a:t>
            </a:r>
          </a:p>
        </p:txBody>
      </p:sp>
      <p:sp>
        <p:nvSpPr>
          <p:cNvPr id="3" name="Content Placeholder 2"/>
          <p:cNvSpPr>
            <a:spLocks noGrp="1"/>
          </p:cNvSpPr>
          <p:nvPr>
            <p:ph idx="1"/>
          </p:nvPr>
        </p:nvSpPr>
        <p:spPr/>
        <p:txBody>
          <a:bodyPr/>
          <a:lstStyle/>
          <a:p>
            <a:r>
              <a:t>Sign up for our free trial to experience the AI-powered PPT &amp; DOC generator firsthand.</a:t>
            </a:r>
          </a:p>
          <a:p>
            <a:r>
              <a:t>Explore our premium subscription plans for unlimited access and advanced features.</a:t>
            </a:r>
          </a:p>
          <a:p>
            <a:r>
              <a:t>Join our community forum to share feedback, ask questions, and connect with other users.</a:t>
            </a:r>
          </a:p>
          <a:p>
            <a:r>
              <a:t>Visit our website for detailed tutorials and helpful resources to maximize your productivity.</a:t>
            </a:r>
          </a:p>
          <a:p>
            <a:r>
              <a:t>Revolutionize your academic workflow with AI and unlock your full potential.</a:t>
            </a:r>
          </a:p>
          <a:p>
            <a:r>
              <a:t>Contact our support team for any assistance or custom feature requests.</a:t>
            </a:r>
          </a:p>
        </p:txBody>
      </p:sp>
    </p:spTree>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Parcel</Template>
  <TotalTime>8</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Gill Sans MT</vt:lpstr>
      <vt:lpstr>Parcel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Sahana R</dc:creator>
  <cp:lastModifiedBy>Sahana R</cp:lastModifiedBy>
  <cp:revision>11</cp:revision>
  <dcterms:created xsi:type="dcterms:W3CDTF">2025-11-25T17:14:30Z</dcterms:created>
  <dcterms:modified xsi:type="dcterms:W3CDTF">2025-11-25T17:23:08Z</dcterms:modified>
</cp:coreProperties>
</file>