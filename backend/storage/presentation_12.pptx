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760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51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663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62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655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14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07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801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65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783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87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712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719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275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486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018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37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PPT &amp; DOC Generator for University Students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&amp;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**The Problem: Student Content Creation Struggles**</a:t>
            </a:r>
            <a:br/>
            <a:br/>
            <a:r>
              <a:t>University students face significant challenges in creating high-quality presentations and documents:</a:t>
            </a:r>
            <a:br/>
            <a:br/>
            <a:r>
              <a:t>*   Time constraints due to heavy workloads and extracurricular activities.</a:t>
            </a:r>
            <a:br/>
            <a:r>
              <a:t>*   Lack of design skills leading to visually unappealing materials.</a:t>
            </a:r>
            <a:br/>
            <a:r>
              <a:t>*   Difficulty in structuring and organizing information effectively.</a:t>
            </a:r>
            <a:br/>
            <a:r>
              <a:t>*   Struggling to find reliable resources for content generation.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**Our Solution: AI-Powered Content Generation**</a:t>
            </a:r>
            <a:br/>
            <a:br/>
            <a:r>
              <a:t>Our AI generator simplifies and accelerates content creation:</a:t>
            </a:r>
            <a:br/>
            <a:br/>
            <a:r>
              <a:t>*   Generates presentation slides and documents from simple prompts.</a:t>
            </a:r>
            <a:br/>
            <a:r>
              <a:t>*   Offers customizable templates for various subjects and styles.</a:t>
            </a:r>
            <a:br/>
            <a:r>
              <a:t>*   Suggests relevant information and research sources.</a:t>
            </a:r>
            <a:br/>
            <a:r>
              <a:t>*   Improves content quality and presentation aesthetics.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**AI-Powered Content Creation:** Generates relevant and engaging content for presentations and documents based on user prompts.</a:t>
            </a:r>
          </a:p>
          <a:p>
            <a:r>
              <a:t>**Customizable Templates:** Offers a wide variety of design templates tailored for different subjects, presentation styles, and academic levels.</a:t>
            </a:r>
          </a:p>
          <a:p>
            <a:r>
              <a:t>**Automated Formatting:** Ensures consistent formatting and styling across all generated slides and documents, saving students time and effort.</a:t>
            </a:r>
          </a:p>
          <a:p>
            <a:r>
              <a:t>**Research Integration:** Integrates with academic databases to provide students with relevant and reliable sources for their content.</a:t>
            </a:r>
          </a:p>
          <a:p>
            <a:r>
              <a:t>**User-Friendly Interface:** Designed with a simple and intuitive interface that is easy to navigate and use, even for those with limited technical skills.</a:t>
            </a:r>
          </a:p>
          <a:p>
            <a:r>
              <a:t>**Tech Stack:** Utilizes Python (Flask), Natural Language Processing (NLP) models, and a React-based frontend for optimal performance and scalability.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Flow: From Prompt to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User inputs prompt, AI processes it, generates content, user reviews, and downloads the PPT or DOC file.</a:t>
            </a:r>
          </a:p>
        </p:txBody>
      </p:sp>
      <p:pic>
        <p:nvPicPr>
          <p:cNvPr id="5" name="Picture 4" descr="tmp_img_12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2603500"/>
            <a:ext cx="4825158" cy="3416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Empowering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**Sign up for a free trial:** Explore the platform and experience the benefits firsthand.</a:t>
            </a:r>
          </a:p>
          <a:p>
            <a:r>
              <a:t>**Join our community forum:** Share feedback, ask questions, and connect with other students.</a:t>
            </a:r>
          </a:p>
          <a:p>
            <a:r>
              <a:t>**Provide feedback on the beta version:** Help us improve the platform and tailor it to your specific needs.</a:t>
            </a:r>
          </a:p>
          <a:p>
            <a:r>
              <a:t>**Share with your classmates:** Spread the word about this innovative tool and help others succeed.</a:t>
            </a:r>
          </a:p>
          <a:p>
            <a:r>
              <a:t>**Contribute to future development:** Suggest new features and functionalities to enhance the platform's capabilities.</a:t>
            </a:r>
          </a:p>
          <a:p>
            <a:r>
              <a:t>**Access exclusive discounts:** Registered students receive discounted subscription rates for enhanced functionality.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2</cp:revision>
  <dcterms:created xsi:type="dcterms:W3CDTF">2025-11-22T19:36:27Z</dcterms:created>
  <dcterms:modified xsi:type="dcterms:W3CDTF">2025-11-22T19:37:02Z</dcterms:modified>
</cp:coreProperties>
</file>