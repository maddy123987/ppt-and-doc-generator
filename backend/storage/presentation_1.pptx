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A951BED-25AE-448C-A928-73310BAB3836}"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4303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1034965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9399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C12592-5076-4BC8-AA38-98C89DE69AC7}"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3258395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C12592-5076-4BC8-AA38-98C89DE69AC7}" type="datetimeFigureOut">
              <a:rPr lang="en-IN" smtClean="0"/>
              <a:t>23-11-2025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A951BED-25AE-448C-A928-73310BAB3836}"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9385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C12592-5076-4BC8-AA38-98C89DE69AC7}"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A951BED-25AE-448C-A928-73310BAB383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531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C12592-5076-4BC8-AA38-98C89DE69AC7}" type="datetimeFigureOut">
              <a:rPr lang="en-IN" smtClean="0"/>
              <a:t>23-11-2025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925046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12592-5076-4BC8-AA38-98C89DE69AC7}"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951BED-25AE-448C-A928-73310BAB3836}"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258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12592-5076-4BC8-AA38-98C89DE69AC7}"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4024609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12592-5076-4BC8-AA38-98C89DE69AC7}"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124380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9851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1687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13823138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7275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4352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1023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27878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 Id="rId20"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3C12592-5076-4BC8-AA38-98C89DE69AC7}" type="datetimeFigureOut">
              <a:rPr lang="en-IN" smtClean="0"/>
              <a:t>23-11-2025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A951BED-25AE-448C-A928-73310BAB3836}" type="slidenum">
              <a:rPr lang="en-IN" smtClean="0"/>
              <a:t>‹#›</a:t>
            </a:fld>
            <a:endParaRPr lang="en-IN"/>
          </a:p>
        </p:txBody>
      </p:sp>
    </p:spTree>
    <p:extLst>
      <p:ext uri="{BB962C8B-B14F-4D97-AF65-F5344CB8AC3E}">
        <p14:creationId xmlns:p14="http://schemas.microsoft.com/office/powerpoint/2010/main" val="3983707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AI-Powered PPT &amp; DOC Generator for University Students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Struggle to Success: Streamlining Academic Workflows</a:t>
            </a:r>
          </a:p>
        </p:txBody>
      </p:sp>
      <p:sp>
        <p:nvSpPr>
          <p:cNvPr id="3" name="Content Placeholder 2"/>
          <p:cNvSpPr>
            <a:spLocks noGrp="1"/>
          </p:cNvSpPr>
          <p:nvPr>
            <p:ph idx="1" sz="half"/>
          </p:nvPr>
        </p:nvSpPr>
        <p:spPr/>
        <p:txBody>
          <a:bodyPr/>
          <a:lstStyle/>
          <a:p>
            <a:r>
              <a:t>Many students face challenges creating professional presentations and documents. Time constraints, writer's block, and lack of design skills often lead to frustration and suboptimal academic performance, hindering effective communication of research and ideas.</a:t>
            </a:r>
          </a:p>
        </p:txBody>
      </p:sp>
      <p:sp>
        <p:nvSpPr>
          <p:cNvPr id="4" name="Content Placeholder 3"/>
          <p:cNvSpPr>
            <a:spLocks noGrp="1"/>
          </p:cNvSpPr>
          <p:nvPr>
            <p:ph idx="2" sz="half"/>
          </p:nvPr>
        </p:nvSpPr>
        <p:spPr/>
        <p:txBody>
          <a:bodyPr/>
          <a:lstStyle/>
          <a:p>
            <a:r>
              <a:t>Our AI generator provides a seamless solution by transforming ideas into polished PPTs and DOCs. Key features include automated content generation, customizable templates, intelligent formatting, and real-time collaboration, empowering students to focus on content, not creation.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Unlock Your Academic Potential: Next Steps</a:t>
            </a:r>
          </a:p>
        </p:txBody>
      </p:sp>
      <p:sp>
        <p:nvSpPr>
          <p:cNvPr id="3" name="Content Placeholder 2"/>
          <p:cNvSpPr>
            <a:spLocks noGrp="1"/>
          </p:cNvSpPr>
          <p:nvPr>
            <p:ph idx="1"/>
          </p:nvPr>
        </p:nvSpPr>
        <p:spPr/>
        <p:txBody>
          <a:bodyPr/>
          <a:lstStyle/>
          <a:p>
            <a:r>
              <a:t>Visit our website for a free trial and explore the full range of features.</a:t>
            </a:r>
          </a:p>
          <a:p>
            <a:r>
              <a:t>Watch our demo videos to see the AI generator in action and learn how it can save you time.</a:t>
            </a:r>
          </a:p>
          <a:p>
            <a:r>
              <a:t>Contact our support team with any questions or feedback; we're here to help you succeed.</a:t>
            </a:r>
          </a:p>
          <a:p>
            <a:r>
              <a:t>Share your experience with other students and join our community of users.</a:t>
            </a:r>
          </a:p>
          <a:p>
            <a:r>
              <a:t>Consider upgrading to a premium plan for enhanced features and priority support to maximize your efficiency.</a:t>
            </a:r>
          </a:p>
          <a:p>
            <a:r>
              <a:t>Stay tuned for upcoming webinars and tutorials to master advanced techniques.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0</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Garamond</vt:lpstr>
      <vt:lpstr>Organic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Sahana R</dc:creator>
  <cp:lastModifiedBy>Sahana R</cp:lastModifiedBy>
  <cp:revision>1</cp:revision>
  <dcterms:created xsi:type="dcterms:W3CDTF">2025-11-22T19:36:27Z</dcterms:created>
  <dcterms:modified xsi:type="dcterms:W3CDTF">2025-11-22T19:36:43Z</dcterms:modified>
</cp:coreProperties>
</file>