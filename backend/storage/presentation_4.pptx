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4303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965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399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395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385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315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046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58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609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80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851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687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3138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2754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43524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0230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878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3.png"/><Relationship Id="rId20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70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Digital Transformation Strategy for Small Businesses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Industry Trends Driving Digital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Increased adoption of cloud computing provides scalable and cost-effective infrastructure for small businesses.</a:t>
            </a:r>
          </a:p>
          <a:p>
            <a:r>
              <a:t>The rise of mobile technologies empowers businesses to reach customers on their preferred devices and platforms.</a:t>
            </a:r>
          </a:p>
          <a:p>
            <a:r>
              <a:t>Data analytics offers valuable insights into customer behavior and market trends, enabling better decision-making.</a:t>
            </a:r>
          </a:p>
          <a:p>
            <a:r>
              <a:t>Automation technologies streamline processes, improve efficiency, and reduce operational costs across various departments.</a:t>
            </a:r>
          </a:p>
          <a:p>
            <a:r>
              <a:t>Growing importance of cybersecurity necessitates robust digital protection measures for small businesses and their customers.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Digital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Digital transformation offers several advantages:</a:t>
            </a:r>
            <a:br/>
            <a:br/>
            <a:r>
              <a:t>*   **Enhanced Efficiency:** Automating tasks and streamlining workflows reduces manual effort and improves productivity.</a:t>
            </a:r>
            <a:br/>
            <a:r>
              <a:t>*   **Improved Customer Experience:** Personalized interactions and seamless online experiences lead to higher customer satisfaction.</a:t>
            </a:r>
            <a:br/>
            <a:r>
              <a:t>*   **Data-Driven Decisions:** Access to real-time data and analytics enables informed decision-making and optimized strategies.</a:t>
            </a:r>
            <a:br/>
            <a:r>
              <a:t>*   **Increased Revenue:** Expanding reach to new markets and improving sales processes drives revenue growth.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Example benefits in practice:</a:t>
            </a:r>
            <a:br/>
            <a:br/>
            <a:r>
              <a:t>*   **Restaurant:** Online ordering system reduces wait times and increases order accuracy.</a:t>
            </a:r>
            <a:br/>
            <a:r>
              <a:t>*   **Retail:** Personalized email marketing campaigns increase customer engagement and sales conversions.</a:t>
            </a:r>
            <a:br/>
            <a:r>
              <a:t>*   **Manufacturing:** Predictive maintenance reduces downtime and optimizes production schedules.</a:t>
            </a:r>
            <a:br/>
            <a:r>
              <a:t>*   **Services:** CRM system manages customer interactions and improves lead nurturing processes.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Essential 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Computing (AWS, Azure, Google Cloud): Provides scalable infrastructure for data storage, applications, and services.</a:t>
            </a:r>
          </a:p>
          <a:p>
            <a:r>
              <a:t>Customer Relationship Management (CRM) (Salesforce, HubSpot): Manages customer interactions and improves sales and marketing efforts.</a:t>
            </a:r>
          </a:p>
          <a:p>
            <a:r>
              <a:t>Enterprise Resource Planning (ERP) (NetSuite, SAP Business One): Integrates business processes and streamlines operations.</a:t>
            </a:r>
          </a:p>
          <a:p>
            <a:r>
              <a:t>Data Analytics Platforms (Tableau, Power BI): Analyze data to identify trends, patterns, and insights for better decision-making.</a:t>
            </a:r>
          </a:p>
          <a:p>
            <a:r>
              <a:t>Cybersecurity Solutions (Firewalls, Antivirus): Protect business data and systems from cyber threats and unauthorized access.</a:t>
            </a:r>
          </a:p>
          <a:p>
            <a:r>
              <a:t>E-commerce Platforms (Shopify, WooCommerce): Enable businesses to sell products and services online and reach a wider audience.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A simplified visual of the digital transformation process: Assessment, Planning, Implementation, Optimization. Continuous monitoring is key.</a:t>
            </a:r>
          </a:p>
        </p:txBody>
      </p:sp>
      <p:pic>
        <p:nvPicPr>
          <p:cNvPr id="5" name="Picture 4" descr="tmp_img_4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2560320"/>
            <a:ext cx="4718304" cy="33101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Conclusion: Embrace Digital Transformation for Sustainable Growth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Garamond</vt:lpstr>
      <vt:lpstr>Organic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Sahana R</dc:creator>
  <cp:lastModifiedBy>Sahana R</cp:lastModifiedBy>
  <cp:revision>1</cp:revision>
  <dcterms:created xsi:type="dcterms:W3CDTF">2025-11-22T19:36:27Z</dcterms:created>
  <dcterms:modified xsi:type="dcterms:W3CDTF">2025-11-22T19:36:43Z</dcterms:modified>
</cp:coreProperties>
</file>