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0609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40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662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913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954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752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296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068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798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709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079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8455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615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63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015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8184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1337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3C12592-5076-4BC8-AA38-98C89DE69AC7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A951BED-25AE-448C-A928-73310BAB38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024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Evolutionary Journey: From Primates to Humans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the Theory of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t>Evolution is the process by which populations of organisms change over generations, driven by natural selection and genetic variation.</a:t>
            </a:r>
          </a:p>
          <a:p>
            <a:r>
              <a:t>Charles Darwin's theory of natural selection posits that individuals with advantageous traits are more likely to survive and reproduce.</a:t>
            </a:r>
          </a:p>
          <a:p>
            <a:r>
              <a:t>Genetic mutations introduce new traits, which can be beneficial, neutral, or harmful, influencing an organism's survival.</a:t>
            </a:r>
          </a:p>
          <a:p>
            <a:r>
              <a:t>Common ancestry suggests that different species share a common ancestor from which they diverged over millions of years through accumulated changes.</a:t>
            </a:r>
          </a:p>
          <a:p>
            <a:r>
              <a:t>Fossil evidence provides a tangible record of past life forms, revealing transitional species and evolutionary lineages over vast timescales.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Primate Characteristics vs. Human Adaptations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t>Primates, including monkeys and apes, share traits like grasping hands, forward-facing eyes for depth perception, and relatively large brains. They typically exhibit arboreal (tree-dwelling) lifestyles and diverse social structures.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r>
              <a:t>Humans exhibit bipedalism (walking upright), significantly larger brain sizes facilitating complex thought, and sophisticated tool use. Adaptations such as speech and abstract reasoning led to complex societies and technological advancements.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Hominin Lineage: Key Evolutionary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r>
              <a:t>A visual representation of hominin evolution, showing key species like Australopithecus and Homo erectus and their transitional features.</a:t>
            </a:r>
          </a:p>
        </p:txBody>
      </p:sp>
      <p:pic>
        <p:nvPicPr>
          <p:cNvPr id="5" name="Picture 4" descr="tmp_img_3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63396"/>
            <a:ext cx="5088714" cy="33111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 and Further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t>Evolution is a gradual process of adaptation through natural selection, not a linear progression from monkeys to humans.</a:t>
            </a:r>
          </a:p>
          <a:p>
            <a:r>
              <a:t>Humans and modern primates share a common ancestor, meaning we are evolutionary cousins, not direct descendants.</a:t>
            </a:r>
          </a:p>
          <a:p>
            <a:r>
              <a:t>Further research into genetics, paleontology, and anthropology deepens our understanding of human origins and evolutionary pathways.</a:t>
            </a:r>
          </a:p>
          <a:p>
            <a:r>
              <a:t>Consider exploring resources such as scientific journals, museum exhibits, and educational websites for more detailed information.</a:t>
            </a:r>
          </a:p>
          <a:p>
            <a:r>
              <a:t>Continue to critically evaluate information and engage in constructive discussions regarding evolutionary science to refine your knowledge.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Impact</vt:lpstr>
      <vt:lpstr>Main Event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Sahana R</dc:creator>
  <cp:lastModifiedBy>Sahana R</cp:lastModifiedBy>
  <cp:revision>3</cp:revision>
  <dcterms:created xsi:type="dcterms:W3CDTF">2025-11-22T19:36:27Z</dcterms:created>
  <dcterms:modified xsi:type="dcterms:W3CDTF">2025-11-22T19:37:26Z</dcterms:modified>
</cp:coreProperties>
</file>