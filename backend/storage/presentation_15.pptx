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E31BFD-CF74-43E1-8FA0-BB2B60A2A129}"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5346" y="2750337"/>
            <a:ext cx="1171888" cy="1356442"/>
          </a:xfrm>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2039361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E31BFD-CF74-43E1-8FA0-BB2B60A2A129}"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1350845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E31BFD-CF74-43E1-8FA0-BB2B60A2A129}"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729455" y="2869895"/>
            <a:ext cx="1154151" cy="1090789"/>
          </a:xfrm>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4129151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E31BFD-CF74-43E1-8FA0-BB2B60A2A129}"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3957388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E31BFD-CF74-43E1-8FA0-BB2B60A2A129}" type="datetimeFigureOut">
              <a:rPr lang="en-IN" smtClean="0"/>
              <a:t>25-11-2025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3420727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E31BFD-CF74-43E1-8FA0-BB2B60A2A129}" type="datetimeFigureOut">
              <a:rPr lang="en-IN" smtClean="0"/>
              <a:t>25-11-2025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1739711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1E31BFD-CF74-43E1-8FA0-BB2B60A2A129}" type="datetimeFigureOut">
              <a:rPr lang="en-IN" smtClean="0"/>
              <a:t>25-11-2025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3519845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E31BFD-CF74-43E1-8FA0-BB2B60A2A129}"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3465643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E31BFD-CF74-43E1-8FA0-BB2B60A2A129}"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2674381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E31BFD-CF74-43E1-8FA0-BB2B60A2A129}"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309"/>
            <a:ext cx="1154151" cy="1090789"/>
          </a:xfrm>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478694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E31BFD-CF74-43E1-8FA0-BB2B60A2A129}"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615"/>
            <a:ext cx="1154151" cy="1090789"/>
          </a:xfrm>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15828655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E31BFD-CF74-43E1-8FA0-BB2B60A2A129}"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8A6E8623-ADA9-4F0D-AFF9-E280A4D7636A}" type="slidenum">
              <a:rPr lang="en-IN" smtClean="0"/>
              <a:t>‹#›</a:t>
            </a:fld>
            <a:endParaRPr lang="en-IN"/>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041905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E31BFD-CF74-43E1-8FA0-BB2B60A2A129}"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914429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1E31BFD-CF74-43E1-8FA0-BB2B60A2A129}" type="datetimeFigureOut">
              <a:rPr lang="en-IN" smtClean="0"/>
              <a:t>25-11-2025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30145641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1E31BFD-CF74-43E1-8FA0-BB2B60A2A129}" type="datetimeFigureOut">
              <a:rPr lang="en-IN" smtClean="0"/>
              <a:t>25-11-2025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18207036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E31BFD-CF74-43E1-8FA0-BB2B60A2A129}"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6E8623-ADA9-4F0D-AFF9-E280A4D7636A}" type="slidenum">
              <a:rPr lang="en-IN" smtClean="0"/>
              <a:t>‹#›</a:t>
            </a:fld>
            <a:endParaRPr lang="en-IN"/>
          </a:p>
        </p:txBody>
      </p:sp>
    </p:spTree>
    <p:extLst>
      <p:ext uri="{BB962C8B-B14F-4D97-AF65-F5344CB8AC3E}">
        <p14:creationId xmlns:p14="http://schemas.microsoft.com/office/powerpoint/2010/main" val="2850698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51E31BFD-CF74-43E1-8FA0-BB2B60A2A129}" type="datetimeFigureOut">
              <a:rPr lang="en-IN" smtClean="0"/>
              <a:t>25-11-2025</a:t>
            </a:fld>
            <a:endParaRPr lang="en-IN"/>
          </a:p>
        </p:txBody>
      </p:sp>
      <p:sp>
        <p:nvSpPr>
          <p:cNvPr id="5" name="Footer Placeholder 4"/>
          <p:cNvSpPr>
            <a:spLocks noGrp="1"/>
          </p:cNvSpPr>
          <p:nvPr>
            <p:ph type="ftr" sz="quarter" idx="11"/>
          </p:nvPr>
        </p:nvSpPr>
        <p:spPr>
          <a:xfrm>
            <a:off x="680321" y="5936188"/>
            <a:ext cx="6126805" cy="365125"/>
          </a:xfrm>
        </p:spPr>
        <p:txBody>
          <a:bodyPr/>
          <a:lstStyle/>
          <a:p>
            <a:endParaRPr lang="en-IN"/>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8A6E8623-ADA9-4F0D-AFF9-E280A4D7636A}" type="slidenum">
              <a:rPr lang="en-IN" smtClean="0"/>
              <a:t>‹#›</a:t>
            </a:fld>
            <a:endParaRPr lang="en-IN"/>
          </a:p>
        </p:txBody>
      </p:sp>
    </p:spTree>
    <p:extLst>
      <p:ext uri="{BB962C8B-B14F-4D97-AF65-F5344CB8AC3E}">
        <p14:creationId xmlns:p14="http://schemas.microsoft.com/office/powerpoint/2010/main" val="30321713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1E31BFD-CF74-43E1-8FA0-BB2B60A2A129}" type="datetimeFigureOut">
              <a:rPr lang="en-IN" smtClean="0"/>
              <a:t>25-11-2025</a:t>
            </a:fld>
            <a:endParaRPr lang="en-IN"/>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8A6E8623-ADA9-4F0D-AFF9-E280A4D7636A}" type="slidenum">
              <a:rPr lang="en-IN" smtClean="0"/>
              <a:t>‹#›</a:t>
            </a:fld>
            <a:endParaRPr lang="en-IN"/>
          </a:p>
        </p:txBody>
      </p:sp>
    </p:spTree>
    <p:extLst>
      <p:ext uri="{BB962C8B-B14F-4D97-AF65-F5344CB8AC3E}">
        <p14:creationId xmlns:p14="http://schemas.microsoft.com/office/powerpoint/2010/main" val="91391158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AI-Powered PPT &amp; DOC Generator for University Students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 &amp; Our Solution</a:t>
            </a:r>
          </a:p>
        </p:txBody>
      </p:sp>
      <p:sp>
        <p:nvSpPr>
          <p:cNvPr id="3" name="Content Placeholder 2"/>
          <p:cNvSpPr>
            <a:spLocks noGrp="1"/>
          </p:cNvSpPr>
          <p:nvPr>
            <p:ph idx="1" sz="half"/>
          </p:nvPr>
        </p:nvSpPr>
        <p:spPr/>
        <p:txBody>
          <a:bodyPr/>
          <a:lstStyle/>
          <a:p>
            <a:r>
              <a:t>**The Problem: Student Document Creation Bottleneck**</a:t>
            </a:r>
            <a:br/>
            <a:br/>
            <a:r>
              <a:t>University students face immense pressure to produce high-quality documents (presentations, essays, reports) under tight deadlines. Time constraints, writer's block, and formatting complexities hinder productivity and impact academic performance. Students often struggle with structuring information effectively and adhering to specific formatting guidelines required by professors.</a:t>
            </a:r>
          </a:p>
        </p:txBody>
      </p:sp>
      <p:sp>
        <p:nvSpPr>
          <p:cNvPr id="4" name="Content Placeholder 3"/>
          <p:cNvSpPr>
            <a:spLocks noGrp="1"/>
          </p:cNvSpPr>
          <p:nvPr>
            <p:ph idx="2" sz="half"/>
          </p:nvPr>
        </p:nvSpPr>
        <p:spPr/>
        <p:txBody>
          <a:bodyPr/>
          <a:lstStyle/>
          <a:p>
            <a:r>
              <a:t>**Our Solution: AI-Powered Document Generation**</a:t>
            </a:r>
            <a:br/>
            <a:br/>
            <a:r>
              <a:t>We offer an AI-driven platform that automatically generates PPT presentations and DOC documents based on user-provided information. Input a topic, keywords, and desired length, and the AI constructs a well-structured, formatted document. Focus on content, not on tedious formatting and design – and spend less time battling writer’s block.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Features &amp; Benefits</a:t>
            </a:r>
          </a:p>
        </p:txBody>
      </p:sp>
      <p:sp>
        <p:nvSpPr>
          <p:cNvPr id="3" name="Content Placeholder 2"/>
          <p:cNvSpPr>
            <a:spLocks noGrp="1"/>
          </p:cNvSpPr>
          <p:nvPr>
            <p:ph idx="1"/>
          </p:nvPr>
        </p:nvSpPr>
        <p:spPr/>
        <p:txBody>
          <a:bodyPr/>
          <a:lstStyle/>
          <a:p>
            <a:r>
              <a:t>Automated Content Generation: Our AI algorithms create structured PPT decks and DOC documents from simple text prompts, saving students valuable time.</a:t>
            </a:r>
          </a:p>
          <a:p>
            <a:r>
              <a:t>Customizable Templates &amp; Styles: Users can select from a variety of pre-designed templates and customize fonts, colors, and layouts to match their preferences.</a:t>
            </a:r>
          </a:p>
          <a:p>
            <a:r>
              <a:t>Seamless Integration with Academic Resources: The generator integrates with research databases and citation tools for easy sourcing and accurate referencing.</a:t>
            </a:r>
          </a:p>
          <a:p>
            <a:r>
              <a:t>Real-Time Collaboration: Multiple users can collaborate on the same document simultaneously, facilitating teamwork on group projects.</a:t>
            </a:r>
          </a:p>
          <a:p>
            <a:r>
              <a:t>Plagiarism Detection: An integrated plagiarism checker ensures originality and academic integrity for all generated content.</a:t>
            </a:r>
          </a:p>
          <a:p>
            <a:r>
              <a:t>Multi-Language Support: Generate documents in multiple languages to cater to international students and global research projects.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Flow: From Input to Output</a:t>
            </a:r>
          </a:p>
        </p:txBody>
      </p:sp>
      <p:sp>
        <p:nvSpPr>
          <p:cNvPr id="3" name="Content Placeholder 2"/>
          <p:cNvSpPr>
            <a:spLocks noGrp="1"/>
          </p:cNvSpPr>
          <p:nvPr>
            <p:ph idx="1" sz="half"/>
          </p:nvPr>
        </p:nvSpPr>
        <p:spPr/>
        <p:txBody>
          <a:bodyPr/>
          <a:lstStyle/>
          <a:p/>
        </p:txBody>
      </p:sp>
      <p:sp>
        <p:nvSpPr>
          <p:cNvPr id="4" name="Content Placeholder 3"/>
          <p:cNvSpPr>
            <a:spLocks noGrp="1"/>
          </p:cNvSpPr>
          <p:nvPr>
            <p:ph idx="2" sz="half"/>
          </p:nvPr>
        </p:nvSpPr>
        <p:spPr/>
        <p:txBody>
          <a:bodyPr/>
          <a:lstStyle/>
          <a:p>
            <a:r>
              <a:t>This flowchart illustrates the process: users input a topic, the AI generates content, users refine the content, and export the polished presentation or document.</a:t>
            </a:r>
          </a:p>
        </p:txBody>
      </p:sp>
      <p:pic>
        <p:nvPicPr>
          <p:cNvPr id="5" name="Picture 4" descr="tmp_img_15_3.jpg"/>
          <p:cNvPicPr>
            <a:picLocks noChangeAspect="1"/>
          </p:cNvPicPr>
          <p:nvPr/>
        </p:nvPicPr>
        <p:blipFill>
          <a:blip r:embed="rId2"/>
          <a:stretch>
            <a:fillRect/>
          </a:stretch>
        </p:blipFill>
        <p:spPr>
          <a:xfrm>
            <a:off x="680320" y="2336873"/>
            <a:ext cx="4698358" cy="359931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Empowering Your Academic Success</a:t>
            </a:r>
          </a:p>
        </p:txBody>
      </p:sp>
      <p:sp>
        <p:nvSpPr>
          <p:cNvPr id="3" name="Content Placeholder 2"/>
          <p:cNvSpPr>
            <a:spLocks noGrp="1"/>
          </p:cNvSpPr>
          <p:nvPr>
            <p:ph idx="1"/>
          </p:nvPr>
        </p:nvSpPr>
        <p:spPr/>
        <p:txBody>
          <a:bodyPr/>
          <a:lstStyle/>
          <a:p>
            <a:r>
              <a:t>Sign up for a free trial and experience the power of AI-driven document creation firsthand.</a:t>
            </a:r>
          </a:p>
          <a:p>
            <a:r>
              <a:t>Explore our range of customizable templates and formatting options to find your perfect style.</a:t>
            </a:r>
          </a:p>
          <a:p>
            <a:r>
              <a:t>Join our online community to share tips, collaborate with other users, and provide feedback.</a:t>
            </a:r>
          </a:p>
          <a:p>
            <a:r>
              <a:t>Contact our support team with any questions or concerns you may have.</a:t>
            </a:r>
          </a:p>
          <a:p>
            <a:r>
              <a:t>Unlock premium features like advanced plagiarism checking and multi-language support for enhanced performance.</a:t>
            </a:r>
          </a:p>
        </p:txBody>
      </p:sp>
    </p:spTree>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1</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Trebuchet MS</vt:lpstr>
      <vt:lpstr>Berlin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Sahana R</dc:creator>
  <cp:lastModifiedBy>Sahana R</cp:lastModifiedBy>
  <cp:revision>1</cp:revision>
  <dcterms:created xsi:type="dcterms:W3CDTF">2025-11-25T17:14:30Z</dcterms:created>
  <dcterms:modified xsi:type="dcterms:W3CDTF">2025-11-25T17:15:41Z</dcterms:modified>
</cp:coreProperties>
</file>