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36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4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1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38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72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1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4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4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38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69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86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90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2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564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70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698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713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911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PPT &amp; DOC Generator: Unleash Academic Productivity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**The Challenge:** Students spend countless hours creating presentations and documents, diverting time from actual learning. Research, formatting, and design become major obstacles. Maintaining consistent branding and avoiding plagiarism adds to the complexity.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**The Solution: AI-Powered Generator:** Our tool streamlines content creation by automating research summarization, template design, and citation management. Students input their topic, and the AI generates a draft, saving time and improving quality, allowing for focused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Content Generation: Generates PPT and DOC drafts from a single topic input, providing a starting point for customization.</a:t>
            </a:r>
          </a:p>
          <a:p>
            <a:r>
              <a:t>Smart Template Design: Applies visually appealing and academically appropriate templates automatically, ensuring a professional look.</a:t>
            </a:r>
          </a:p>
          <a:p>
            <a:r>
              <a:t>AI-Powered Research Summarization: Extracts key information from research papers and websites, creating concise summaries for use in documents.</a:t>
            </a:r>
          </a:p>
          <a:p>
            <a:r>
              <a:t>Automatic Citation Management: Integrates with citation styles (MLA, APA, Chicago) to ensure proper attribution and avoid plagiarism.</a:t>
            </a:r>
          </a:p>
          <a:p>
            <a:r>
              <a:t>Our tech stack includes Python (for backend logic), React (for user interface), and OpenAI API (for content generation).</a:t>
            </a:r>
          </a:p>
          <a:p>
            <a:r>
              <a:t>Built-in Plagiarism Checker: Compares the generated content with a vast database of academic and web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Flow: From Idea to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This diagram illustrates the streamlined workflow: Input topic, AI generates draft, user customizes, then exports the final PPT or DOC.</a:t>
            </a:r>
          </a:p>
        </p:txBody>
      </p:sp>
      <p:pic>
        <p:nvPicPr>
          <p:cNvPr id="5" name="Picture 4" descr="tmp_img_17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0" y="2336873"/>
            <a:ext cx="4698358" cy="3599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Empower Your Academic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 up for a free trial and experience the power of AI-driven content creation firsthand.</a:t>
            </a:r>
          </a:p>
          <a:p>
            <a:r>
              <a:t>Explore our premium features for advanced customization and unlimited document generation.</a:t>
            </a:r>
          </a:p>
          <a:p>
            <a:r>
              <a:t>Provide feedback to help us improve the tool and better meet your academic needs.</a:t>
            </a:r>
          </a:p>
          <a:p>
            <a:r>
              <a:t>Join our online community to connect with other students and share best practices.</a:t>
            </a:r>
          </a:p>
          <a:p>
            <a:r>
              <a:t>Check our website for upcoming workshops and tutorials on effective presentation design.</a:t>
            </a:r>
          </a:p>
          <a:p>
            <a:r>
              <a:t>Contact us directly with questions or suggestions – we're here to support your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1</cp:revision>
  <dcterms:created xsi:type="dcterms:W3CDTF">2025-11-25T17:14:30Z</dcterms:created>
  <dcterms:modified xsi:type="dcterms:W3CDTF">2025-11-25T17:15:41Z</dcterms:modified>
</cp:coreProperties>
</file>