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95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51E31BFD-CF74-43E1-8FA0-BB2B60A2A129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8A6E8623-ADA9-4F0D-AFF9-E280A4D7636A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83510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31BFD-CF74-43E1-8FA0-BB2B60A2A129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E8623-ADA9-4F0D-AFF9-E280A4D763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39169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31BFD-CF74-43E1-8FA0-BB2B60A2A129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E8623-ADA9-4F0D-AFF9-E280A4D7636A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433148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31BFD-CF74-43E1-8FA0-BB2B60A2A129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E8623-ADA9-4F0D-AFF9-E280A4D763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49276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31BFD-CF74-43E1-8FA0-BB2B60A2A129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E8623-ADA9-4F0D-AFF9-E280A4D7636A}" type="slidenum">
              <a:rPr lang="en-IN" smtClean="0"/>
              <a:t>‹#›</a:t>
            </a:fld>
            <a:endParaRPr lang="en-IN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357698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31BFD-CF74-43E1-8FA0-BB2B60A2A129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E8623-ADA9-4F0D-AFF9-E280A4D7636A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31315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31BFD-CF74-43E1-8FA0-BB2B60A2A129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E8623-ADA9-4F0D-AFF9-E280A4D763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30577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31BFD-CF74-43E1-8FA0-BB2B60A2A129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E8623-ADA9-4F0D-AFF9-E280A4D7636A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516700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31BFD-CF74-43E1-8FA0-BB2B60A2A129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E8623-ADA9-4F0D-AFF9-E280A4D763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52620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31BFD-CF74-43E1-8FA0-BB2B60A2A129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E8623-ADA9-4F0D-AFF9-E280A4D763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11832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31BFD-CF74-43E1-8FA0-BB2B60A2A129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E8623-ADA9-4F0D-AFF9-E280A4D7636A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737466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31BFD-CF74-43E1-8FA0-BB2B60A2A129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E8623-ADA9-4F0D-AFF9-E280A4D7636A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4321869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31BFD-CF74-43E1-8FA0-BB2B60A2A129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E8623-ADA9-4F0D-AFF9-E280A4D763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46417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31BFD-CF74-43E1-8FA0-BB2B60A2A129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E8623-ADA9-4F0D-AFF9-E280A4D7636A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1761921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31BFD-CF74-43E1-8FA0-BB2B60A2A129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E8623-ADA9-4F0D-AFF9-E280A4D7636A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8197179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31BFD-CF74-43E1-8FA0-BB2B60A2A129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E8623-ADA9-4F0D-AFF9-E280A4D7636A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5697934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31BFD-CF74-43E1-8FA0-BB2B60A2A129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E8623-ADA9-4F0D-AFF9-E280A4D7636A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931832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1E31BFD-CF74-43E1-8FA0-BB2B60A2A129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8A6E8623-ADA9-4F0D-AFF9-E280A4D763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05890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96" r:id="rId1"/>
    <p:sldLayoutId id="2147484097" r:id="rId2"/>
    <p:sldLayoutId id="2147484098" r:id="rId3"/>
    <p:sldLayoutId id="2147484099" r:id="rId4"/>
    <p:sldLayoutId id="2147484100" r:id="rId5"/>
    <p:sldLayoutId id="2147484101" r:id="rId6"/>
    <p:sldLayoutId id="2147484102" r:id="rId7"/>
    <p:sldLayoutId id="2147484103" r:id="rId8"/>
    <p:sldLayoutId id="2147484104" r:id="rId9"/>
    <p:sldLayoutId id="2147484105" r:id="rId10"/>
    <p:sldLayoutId id="2147484106" r:id="rId11"/>
    <p:sldLayoutId id="2147484107" r:id="rId12"/>
    <p:sldLayoutId id="2147484108" r:id="rId13"/>
    <p:sldLayoutId id="2147484109" r:id="rId14"/>
    <p:sldLayoutId id="2147484110" r:id="rId15"/>
    <p:sldLayoutId id="2147484111" r:id="rId16"/>
    <p:sldLayoutId id="2147484112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0DEB76-333D-1745-D6B8-B6DBEC44B6A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2292F0-2F8C-C9FB-93B0-E72DD070F23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663648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TM02900743[[fn=Organic]]</Template>
  <TotalTime>7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Garamond</vt:lpstr>
      <vt:lpstr>Organic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Sahana R</dc:creator>
  <cp:lastModifiedBy>Sahana R</cp:lastModifiedBy>
  <cp:revision>10</cp:revision>
  <dcterms:created xsi:type="dcterms:W3CDTF">2025-11-25T17:14:30Z</dcterms:created>
  <dcterms:modified xsi:type="dcterms:W3CDTF">2025-11-25T17:22:15Z</dcterms:modified>
</cp:coreProperties>
</file>