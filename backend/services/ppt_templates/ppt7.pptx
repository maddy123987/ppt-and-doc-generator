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57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04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7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85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52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109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1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49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74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032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318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373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03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01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82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411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67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12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  <p:sldLayoutId id="2147483943" r:id="rId15"/>
    <p:sldLayoutId id="2147483944" r:id="rId16"/>
    <p:sldLayoutId id="21474839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7</cp:revision>
  <dcterms:created xsi:type="dcterms:W3CDTF">2025-11-25T17:14:30Z</dcterms:created>
  <dcterms:modified xsi:type="dcterms:W3CDTF">2025-11-25T17:20:03Z</dcterms:modified>
</cp:coreProperties>
</file>