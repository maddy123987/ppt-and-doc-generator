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25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6187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7139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43799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3450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52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1339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6113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630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637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22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2043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0438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26" r:id="rId1"/>
    <p:sldLayoutId id="2147484127" r:id="rId2"/>
    <p:sldLayoutId id="2147484128" r:id="rId3"/>
    <p:sldLayoutId id="2147484129" r:id="rId4"/>
    <p:sldLayoutId id="2147484130" r:id="rId5"/>
    <p:sldLayoutId id="2147484131" r:id="rId6"/>
    <p:sldLayoutId id="2147484132" r:id="rId7"/>
    <p:sldLayoutId id="2147484133" r:id="rId8"/>
    <p:sldLayoutId id="2147484134" r:id="rId9"/>
    <p:sldLayoutId id="2147484135" r:id="rId10"/>
    <p:sldLayoutId id="2147484136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DEB76-333D-1745-D6B8-B6DBEC44B6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2292F0-2F8C-C9FB-93B0-E72DD070F2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636482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8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Gill Sans MT</vt:lpstr>
      <vt:lpstr>Parcel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Sahana R</dc:creator>
  <cp:lastModifiedBy>Sahana R</cp:lastModifiedBy>
  <cp:revision>11</cp:revision>
  <dcterms:created xsi:type="dcterms:W3CDTF">2025-11-25T17:14:30Z</dcterms:created>
  <dcterms:modified xsi:type="dcterms:W3CDTF">2025-11-25T17:23:08Z</dcterms:modified>
</cp:coreProperties>
</file>