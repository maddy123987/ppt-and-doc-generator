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56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83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37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4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64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03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34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437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63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556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18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48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52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089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738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780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371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1E31BFD-CF74-43E1-8FA0-BB2B60A2A129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A6E8623-ADA9-4F0D-AFF9-E280A4D76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912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EB76-333D-1745-D6B8-B6DBEC44B6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2292F0-2F8C-C9FB-93B0-E72DD070F2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36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Sahana R</dc:creator>
  <cp:lastModifiedBy>Sahana R</cp:lastModifiedBy>
  <cp:revision>2</cp:revision>
  <dcterms:created xsi:type="dcterms:W3CDTF">2025-11-25T17:14:30Z</dcterms:created>
  <dcterms:modified xsi:type="dcterms:W3CDTF">2025-11-25T17:16:23Z</dcterms:modified>
</cp:coreProperties>
</file>