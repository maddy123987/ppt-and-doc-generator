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484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087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68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9536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2621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278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41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4122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7830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116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81590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3574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3295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8979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53804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55003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7992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7625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1" r:id="rId1"/>
    <p:sldLayoutId id="2147483912" r:id="rId2"/>
    <p:sldLayoutId id="2147483913" r:id="rId3"/>
    <p:sldLayoutId id="2147483914" r:id="rId4"/>
    <p:sldLayoutId id="2147483915" r:id="rId5"/>
    <p:sldLayoutId id="2147483916" r:id="rId6"/>
    <p:sldLayoutId id="2147483917" r:id="rId7"/>
    <p:sldLayoutId id="2147483918" r:id="rId8"/>
    <p:sldLayoutId id="2147483919" r:id="rId9"/>
    <p:sldLayoutId id="2147483920" r:id="rId10"/>
    <p:sldLayoutId id="2147483921" r:id="rId11"/>
    <p:sldLayoutId id="2147483922" r:id="rId12"/>
    <p:sldLayoutId id="2147483923" r:id="rId13"/>
    <p:sldLayoutId id="2147483924" r:id="rId14"/>
    <p:sldLayoutId id="2147483925" r:id="rId15"/>
    <p:sldLayoutId id="2147483926" r:id="rId16"/>
    <p:sldLayoutId id="214748392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DEB76-333D-1745-D6B8-B6DBEC44B6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2292F0-2F8C-C9FB-93B0-E72DD070F2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6364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Century Gothic</vt:lpstr>
      <vt:lpstr>Mesh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Sahana R</dc:creator>
  <cp:lastModifiedBy>Sahana R</cp:lastModifiedBy>
  <cp:revision>6</cp:revision>
  <dcterms:created xsi:type="dcterms:W3CDTF">2025-11-25T17:14:30Z</dcterms:created>
  <dcterms:modified xsi:type="dcterms:W3CDTF">2025-11-25T17:19:25Z</dcterms:modified>
</cp:coreProperties>
</file>