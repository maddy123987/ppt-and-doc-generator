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516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75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67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2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39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81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12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106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89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35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943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3539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165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65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678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096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02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20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  <p:sldLayoutId id="2147484086" r:id="rId9"/>
    <p:sldLayoutId id="2147484087" r:id="rId10"/>
    <p:sldLayoutId id="2147484088" r:id="rId11"/>
    <p:sldLayoutId id="2147484089" r:id="rId12"/>
    <p:sldLayoutId id="2147484090" r:id="rId13"/>
    <p:sldLayoutId id="2147484091" r:id="rId14"/>
    <p:sldLayoutId id="2147484092" r:id="rId15"/>
    <p:sldLayoutId id="2147484093" r:id="rId16"/>
    <p:sldLayoutId id="21474840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Impact</vt:lpstr>
      <vt:lpstr>Main Event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9</cp:revision>
  <dcterms:created xsi:type="dcterms:W3CDTF">2025-11-25T17:14:30Z</dcterms:created>
  <dcterms:modified xsi:type="dcterms:W3CDTF">2025-11-25T17:21:38Z</dcterms:modified>
</cp:coreProperties>
</file>