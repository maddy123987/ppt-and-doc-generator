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800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399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820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714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26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745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616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336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644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579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450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7351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272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490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388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0730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647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7530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DEB76-333D-1745-D6B8-B6DBEC44B6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292F0-2F8C-C9FB-93B0-E72DD070F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63648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Century Gothic</vt:lpstr>
      <vt:lpstr>Vapor Trail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Sahana R</dc:creator>
  <cp:lastModifiedBy>Sahana R</cp:lastModifiedBy>
  <cp:revision>4</cp:revision>
  <dcterms:created xsi:type="dcterms:W3CDTF">2025-11-25T17:14:30Z</dcterms:created>
  <dcterms:modified xsi:type="dcterms:W3CDTF">2025-11-25T17:17:44Z</dcterms:modified>
</cp:coreProperties>
</file>