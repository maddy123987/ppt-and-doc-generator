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49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7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6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8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04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27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4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78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0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7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159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64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7555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33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40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32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4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  <p:sldLayoutId id="2147484070" r:id="rId10"/>
    <p:sldLayoutId id="2147484071" r:id="rId11"/>
    <p:sldLayoutId id="2147484072" r:id="rId12"/>
    <p:sldLayoutId id="2147484073" r:id="rId13"/>
    <p:sldLayoutId id="2147484074" r:id="rId14"/>
    <p:sldLayoutId id="2147484075" r:id="rId15"/>
    <p:sldLayoutId id="21474840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8</cp:revision>
  <dcterms:created xsi:type="dcterms:W3CDTF">2025-11-25T17:14:30Z</dcterms:created>
  <dcterms:modified xsi:type="dcterms:W3CDTF">2025-11-25T17:20:40Z</dcterms:modified>
</cp:coreProperties>
</file>