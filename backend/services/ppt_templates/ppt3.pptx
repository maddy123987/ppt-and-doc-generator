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36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778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30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96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05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13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12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82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283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17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383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148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3964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747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157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96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05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EB76-333D-1745-D6B8-B6DBEC44B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292F0-2F8C-C9FB-93B0-E72DD070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3648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Wisp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3</cp:revision>
  <dcterms:created xsi:type="dcterms:W3CDTF">2025-11-25T17:14:30Z</dcterms:created>
  <dcterms:modified xsi:type="dcterms:W3CDTF">2025-11-25T17:16:58Z</dcterms:modified>
</cp:coreProperties>
</file>