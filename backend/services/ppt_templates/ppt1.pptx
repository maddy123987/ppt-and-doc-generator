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31BFD-CF74-43E1-8FA0-BB2B60A2A12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8A6E8623-ADA9-4F0D-AFF9-E280A4D76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9361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31BFD-CF74-43E1-8FA0-BB2B60A2A12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E8623-ADA9-4F0D-AFF9-E280A4D76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0845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31BFD-CF74-43E1-8FA0-BB2B60A2A12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8A6E8623-ADA9-4F0D-AFF9-E280A4D76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91511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31BFD-CF74-43E1-8FA0-BB2B60A2A12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E8623-ADA9-4F0D-AFF9-E280A4D76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73887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31BFD-CF74-43E1-8FA0-BB2B60A2A12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E8623-ADA9-4F0D-AFF9-E280A4D76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07273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31BFD-CF74-43E1-8FA0-BB2B60A2A12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E8623-ADA9-4F0D-AFF9-E280A4D76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97117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31BFD-CF74-43E1-8FA0-BB2B60A2A12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E8623-ADA9-4F0D-AFF9-E280A4D76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98451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31BFD-CF74-43E1-8FA0-BB2B60A2A12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E8623-ADA9-4F0D-AFF9-E280A4D76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56435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31BFD-CF74-43E1-8FA0-BB2B60A2A12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E8623-ADA9-4F0D-AFF9-E280A4D76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43812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31BFD-CF74-43E1-8FA0-BB2B60A2A12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8A6E8623-ADA9-4F0D-AFF9-E280A4D76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86949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31BFD-CF74-43E1-8FA0-BB2B60A2A12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8A6E8623-ADA9-4F0D-AFF9-E280A4D76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28655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31BFD-CF74-43E1-8FA0-BB2B60A2A12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8A6E8623-ADA9-4F0D-AFF9-E280A4D7636A}" type="slidenum">
              <a:rPr lang="en-IN" smtClean="0"/>
              <a:t>‹#›</a:t>
            </a:fld>
            <a:endParaRPr lang="en-IN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41905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31BFD-CF74-43E1-8FA0-BB2B60A2A12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8A6E8623-ADA9-4F0D-AFF9-E280A4D76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44296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31BFD-CF74-43E1-8FA0-BB2B60A2A12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E8623-ADA9-4F0D-AFF9-E280A4D76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45641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31BFD-CF74-43E1-8FA0-BB2B60A2A12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E8623-ADA9-4F0D-AFF9-E280A4D76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07036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31BFD-CF74-43E1-8FA0-BB2B60A2A12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E8623-ADA9-4F0D-AFF9-E280A4D76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06985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51E31BFD-CF74-43E1-8FA0-BB2B60A2A12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8A6E8623-ADA9-4F0D-AFF9-E280A4D76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21713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E31BFD-CF74-43E1-8FA0-BB2B60A2A12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6E8623-ADA9-4F0D-AFF9-E280A4D76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391158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DEB76-333D-1745-D6B8-B6DBEC44B6A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2292F0-2F8C-C9FB-93B0-E72DD070F23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6636482"/>
      </p:ext>
    </p:extLst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TM04033917[[fn=Berlin]]</Template>
  <TotalTime>1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Trebuchet MS</vt:lpstr>
      <vt:lpstr>Berlin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Sahana R</dc:creator>
  <cp:lastModifiedBy>Sahana R</cp:lastModifiedBy>
  <cp:revision>1</cp:revision>
  <dcterms:created xsi:type="dcterms:W3CDTF">2025-11-25T17:14:30Z</dcterms:created>
  <dcterms:modified xsi:type="dcterms:W3CDTF">2025-11-25T17:15:41Z</dcterms:modified>
</cp:coreProperties>
</file>